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Important Trends in AI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Jiale Cai</a:t>
            </a:r>
            <a:endParaRPr lang="en-US" altLang="zh-CN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mc36401@um.edu.mo</a:t>
            </a:r>
            <a:endParaRPr lang="en-US" altLang="zh-CN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36855" y="284480"/>
            <a:ext cx="11637010" cy="1325880"/>
          </a:xfrm>
        </p:spPr>
        <p:txBody>
          <a:bodyPr/>
          <a:p>
            <a:r>
              <a:rPr lang="en-US" altLang="zh-CN"/>
              <a:t>Some observations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4351655"/>
          </a:xfrm>
        </p:spPr>
        <p:txBody>
          <a:bodyPr/>
          <a:p>
            <a:r>
              <a:rPr lang="en-US" altLang="zh-CN"/>
              <a:t> i</a:t>
            </a:r>
            <a:endParaRPr lang="en-US" altLang="zh-CN"/>
          </a:p>
          <a:p>
            <a:r>
              <a:rPr lang="en-US" altLang="zh-CN"/>
              <a:t>s</a:t>
            </a:r>
            <a:endParaRPr lang="en-US" altLang="zh-CN"/>
          </a:p>
          <a:p>
            <a:r>
              <a:rPr lang="en-US" altLang="zh-CN"/>
              <a:t>s</a:t>
            </a:r>
            <a:endParaRPr lang="en-US" altLang="zh-CN"/>
          </a:p>
          <a:p>
            <a:r>
              <a:rPr lang="en-US" altLang="zh-CN"/>
              <a:t>s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600"/>
              <a:t>Key Building Block from Last Century: Neural Networks</a:t>
            </a:r>
            <a:endParaRPr lang="en-US" altLang="zh-CN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578985" cy="4351655"/>
          </a:xfrm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1155" y="365125"/>
            <a:ext cx="11505565" cy="1325880"/>
          </a:xfrm>
        </p:spPr>
        <p:txBody>
          <a:bodyPr/>
          <a:p>
            <a:r>
              <a:rPr lang="en-US" altLang="zh-CN" sz="3600">
                <a:latin typeface="Arial" panose="020B0604020202020204" pitchFamily="34" charset="0"/>
                <a:cs typeface="Arial" panose="020B0604020202020204" pitchFamily="34" charset="0"/>
              </a:rPr>
              <a:t>Key Building Block from Last Century: Backpropagation</a:t>
            </a:r>
            <a:endParaRPr lang="en-US" altLang="zh-CN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600"/>
              <a:t>2012: Scale Matters</a:t>
            </a:r>
            <a:endParaRPr lang="en-US" altLang="zh-CN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Building High-level Features Using Large Scale Unsupervied Learning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600"/>
              <a:t>2012: Distributed Training on Many Computers</a:t>
            </a:r>
            <a:endParaRPr lang="en-US" altLang="zh-CN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Large Scale Distributed Deep Networks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2013: Distributed Representations of Words Are Powerful</a:t>
            </a:r>
            <a:endParaRPr lang="en-US" altLang="zh-CN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Distributed Representations of Words and Phrases and their Compositionality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2014: Models that Map One Sequence to Another are Powerful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Sequence to Sequence Learning with Neural Networks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2015: Specialized Hardware for neural Network Inference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In-Datacenter Performance Analysis of a Tensor Processing Unit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2015: Specialized Supercomputers for Neural Network Training 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TPU v4: An Optically Reconfigu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Continual Hardware Performance Scaling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TPU v4: An Optically Reconfigu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2017: Transformer Modol Architecture: Attention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Attention is All you Need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2018: Language Modeling At Scale With Self-Supervised Data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Language Models are Few-shot Learners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BERT: Pre-training of Deep Bidirectional Transformers for Language Understanding 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2021: Transformers for Vision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An Image is Worth 16*16 words: Transformers for Image Recognition at Scale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2017: Sparse Models Outperform Dense Models 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An Image is Worth 16*16 words: Transformers for Image Recognition at Scale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2018: Software abstractions for Distributed ML Computations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Example: Pathways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2022: ”Thinking longer” at inference time is very useful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Chain of Thought Prompting Elicits Reasoning Large Models 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2014: Distillation: 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Distilling the Knowledge in a Neural Network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2022: Many Different Parallelism Schemes During Inference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Efficiently Scaling Transformer Inference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2023: Speculative Decoding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Fast Inference from Transformers via Speculative Decoding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Innovations at Many Levels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· Inference algorithms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Training algorithmes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Model architecture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Software abstractions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Hardware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1876</Words>
  <Application>WPS 演示</Application>
  <PresentationFormat>宽屏</PresentationFormat>
  <Paragraphs>90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宋体</vt:lpstr>
      <vt:lpstr>Wingdings</vt:lpstr>
      <vt:lpstr>Arial Unicode MS</vt:lpstr>
      <vt:lpstr>Calibri</vt:lpstr>
      <vt:lpstr>微软雅黑</vt:lpstr>
      <vt:lpstr>黑体</vt:lpstr>
      <vt:lpstr>Microsoft JhengHei</vt:lpstr>
      <vt:lpstr>MingLiU-ExtB</vt:lpstr>
      <vt:lpstr>Calibri Light</vt:lpstr>
      <vt:lpstr>仿宋</vt:lpstr>
      <vt:lpstr>MingLiU_HKSCS-ExtB</vt:lpstr>
      <vt:lpstr>Noto Sans SC Light</vt:lpstr>
      <vt:lpstr>Yu Gothic Light</vt:lpstr>
      <vt:lpstr>Yu Gothic UI Light</vt:lpstr>
      <vt:lpstr>WPS</vt:lpstr>
      <vt:lpstr>PowerPoint 演示文稿</vt:lpstr>
      <vt:lpstr>PowerPoint 演示文稿</vt:lpstr>
      <vt:lpstr>PowerPoint 演示文稿</vt:lpstr>
      <vt:lpstr>Key Building Block from Last Century: Neural Networks</vt:lpstr>
      <vt:lpstr>PowerPoint 演示文稿</vt:lpstr>
      <vt:lpstr>2012: Scale Matters</vt:lpstr>
      <vt:lpstr>2012: Distributed Training on Many Computers</vt:lpstr>
      <vt:lpstr>2013: Distributed Representations of Words Are Powerful</vt:lpstr>
      <vt:lpstr>2014: Models that Map One Sequence to Another are Powerful</vt:lpstr>
      <vt:lpstr>2015: Specialized Hardware for neural Network Inference</vt:lpstr>
      <vt:lpstr>2015: Specialized Supercomputers for Neural Network Training </vt:lpstr>
      <vt:lpstr>Continual Hardware Performance Scaling</vt:lpstr>
      <vt:lpstr>2017: Transformer Modol Architecture: Attention</vt:lpstr>
      <vt:lpstr>2018: Language Modeling At Scale With Self-Supervised Data</vt:lpstr>
      <vt:lpstr>2021: Transformers for Vision</vt:lpstr>
      <vt:lpstr>2017: Sparse Models Outperform Dense Models </vt:lpstr>
      <vt:lpstr>2018: Software abstractions for Distributed ML Computations</vt:lpstr>
      <vt:lpstr>2022: ”Thinking longer” at inference time is very useful</vt:lpstr>
      <vt:lpstr>2014: Distillation: </vt:lpstr>
      <vt:lpstr>2022: Many Different Parallelism Schemes During Inference</vt:lpstr>
      <vt:lpstr>2023: Speculative Decoding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Sheldon.</cp:lastModifiedBy>
  <cp:revision>5</cp:revision>
  <dcterms:created xsi:type="dcterms:W3CDTF">2023-08-09T12:44:00Z</dcterms:created>
  <dcterms:modified xsi:type="dcterms:W3CDTF">2025-05-22T04:11:43Z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